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680"/>
    <p:restoredTop sz="94705"/>
  </p:normalViewPr>
  <p:slideViewPr>
    <p:cSldViewPr snapToGrid="0">
      <p:cViewPr varScale="1">
        <p:scale>
          <a:sx n="44" d="100"/>
          <a:sy n="44" d="100"/>
        </p:scale>
        <p:origin x="232" y="15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FA786-34C0-359D-6256-EE7947F4AA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VN"/>
          </a:p>
        </p:txBody>
      </p:sp>
      <p:sp>
        <p:nvSpPr>
          <p:cNvPr id="3" name="Subtitle 2">
            <a:extLst>
              <a:ext uri="{FF2B5EF4-FFF2-40B4-BE49-F238E27FC236}">
                <a16:creationId xmlns:a16="http://schemas.microsoft.com/office/drawing/2014/main" id="{1B87AFC7-1176-BBA2-D542-16BC83FF7C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VN"/>
          </a:p>
        </p:txBody>
      </p:sp>
      <p:sp>
        <p:nvSpPr>
          <p:cNvPr id="4" name="Date Placeholder 3">
            <a:extLst>
              <a:ext uri="{FF2B5EF4-FFF2-40B4-BE49-F238E27FC236}">
                <a16:creationId xmlns:a16="http://schemas.microsoft.com/office/drawing/2014/main" id="{78841BB7-00D6-0134-002C-FCC308735DBD}"/>
              </a:ext>
            </a:extLst>
          </p:cNvPr>
          <p:cNvSpPr>
            <a:spLocks noGrp="1"/>
          </p:cNvSpPr>
          <p:nvPr>
            <p:ph type="dt" sz="half" idx="10"/>
          </p:nvPr>
        </p:nvSpPr>
        <p:spPr/>
        <p:txBody>
          <a:bodyPr/>
          <a:lstStyle/>
          <a:p>
            <a:fld id="{B04E211B-3801-044C-ABC5-3088C83854A9}" type="datetimeFigureOut">
              <a:rPr lang="en-VN" smtClean="0"/>
              <a:t>27/11/25</a:t>
            </a:fld>
            <a:endParaRPr lang="en-VN"/>
          </a:p>
        </p:txBody>
      </p:sp>
      <p:sp>
        <p:nvSpPr>
          <p:cNvPr id="5" name="Footer Placeholder 4">
            <a:extLst>
              <a:ext uri="{FF2B5EF4-FFF2-40B4-BE49-F238E27FC236}">
                <a16:creationId xmlns:a16="http://schemas.microsoft.com/office/drawing/2014/main" id="{4848BD60-D128-653B-5F72-D4A746874FE9}"/>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8F7625EE-A376-932D-2A91-997C2EC4003A}"/>
              </a:ext>
            </a:extLst>
          </p:cNvPr>
          <p:cNvSpPr>
            <a:spLocks noGrp="1"/>
          </p:cNvSpPr>
          <p:nvPr>
            <p:ph type="sldNum" sz="quarter" idx="12"/>
          </p:nvPr>
        </p:nvSpPr>
        <p:spPr/>
        <p:txBody>
          <a:bodyPr/>
          <a:lstStyle/>
          <a:p>
            <a:fld id="{80334917-8EE2-1E4B-B697-CAD21D1503BD}" type="slidenum">
              <a:rPr lang="en-VN" smtClean="0"/>
              <a:t>‹#›</a:t>
            </a:fld>
            <a:endParaRPr lang="en-VN"/>
          </a:p>
        </p:txBody>
      </p:sp>
    </p:spTree>
    <p:extLst>
      <p:ext uri="{BB962C8B-B14F-4D97-AF65-F5344CB8AC3E}">
        <p14:creationId xmlns:p14="http://schemas.microsoft.com/office/powerpoint/2010/main" val="1495944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56A05-6F44-BDC0-A28F-76A93E6536F3}"/>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6DD3C32C-6D77-8537-CDEC-C8E7B00ECB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87473086-AD58-41E6-9537-6C930D754CF6}"/>
              </a:ext>
            </a:extLst>
          </p:cNvPr>
          <p:cNvSpPr>
            <a:spLocks noGrp="1"/>
          </p:cNvSpPr>
          <p:nvPr>
            <p:ph type="dt" sz="half" idx="10"/>
          </p:nvPr>
        </p:nvSpPr>
        <p:spPr/>
        <p:txBody>
          <a:bodyPr/>
          <a:lstStyle/>
          <a:p>
            <a:fld id="{B04E211B-3801-044C-ABC5-3088C83854A9}" type="datetimeFigureOut">
              <a:rPr lang="en-VN" smtClean="0"/>
              <a:t>27/11/25</a:t>
            </a:fld>
            <a:endParaRPr lang="en-VN"/>
          </a:p>
        </p:txBody>
      </p:sp>
      <p:sp>
        <p:nvSpPr>
          <p:cNvPr id="5" name="Footer Placeholder 4">
            <a:extLst>
              <a:ext uri="{FF2B5EF4-FFF2-40B4-BE49-F238E27FC236}">
                <a16:creationId xmlns:a16="http://schemas.microsoft.com/office/drawing/2014/main" id="{D70E4DE2-C1ED-8B7B-392A-620ABEEC0839}"/>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6DE354F4-2C4F-9455-5845-D2C745CC386E}"/>
              </a:ext>
            </a:extLst>
          </p:cNvPr>
          <p:cNvSpPr>
            <a:spLocks noGrp="1"/>
          </p:cNvSpPr>
          <p:nvPr>
            <p:ph type="sldNum" sz="quarter" idx="12"/>
          </p:nvPr>
        </p:nvSpPr>
        <p:spPr/>
        <p:txBody>
          <a:bodyPr/>
          <a:lstStyle/>
          <a:p>
            <a:fld id="{80334917-8EE2-1E4B-B697-CAD21D1503BD}" type="slidenum">
              <a:rPr lang="en-VN" smtClean="0"/>
              <a:t>‹#›</a:t>
            </a:fld>
            <a:endParaRPr lang="en-VN"/>
          </a:p>
        </p:txBody>
      </p:sp>
    </p:spTree>
    <p:extLst>
      <p:ext uri="{BB962C8B-B14F-4D97-AF65-F5344CB8AC3E}">
        <p14:creationId xmlns:p14="http://schemas.microsoft.com/office/powerpoint/2010/main" val="491398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5DA10-DED7-7D6B-9B30-6C3137E9E2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VN"/>
          </a:p>
        </p:txBody>
      </p:sp>
      <p:sp>
        <p:nvSpPr>
          <p:cNvPr id="3" name="Text Placeholder 2">
            <a:extLst>
              <a:ext uri="{FF2B5EF4-FFF2-40B4-BE49-F238E27FC236}">
                <a16:creationId xmlns:a16="http://schemas.microsoft.com/office/drawing/2014/main" id="{1F27B9C0-CD6D-2614-9252-E891A063862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7D8197-9EB0-C711-1686-A9103F984A40}"/>
              </a:ext>
            </a:extLst>
          </p:cNvPr>
          <p:cNvSpPr>
            <a:spLocks noGrp="1"/>
          </p:cNvSpPr>
          <p:nvPr>
            <p:ph type="dt" sz="half" idx="10"/>
          </p:nvPr>
        </p:nvSpPr>
        <p:spPr/>
        <p:txBody>
          <a:bodyPr/>
          <a:lstStyle/>
          <a:p>
            <a:fld id="{B04E211B-3801-044C-ABC5-3088C83854A9}" type="datetimeFigureOut">
              <a:rPr lang="en-VN" smtClean="0"/>
              <a:t>27/11/25</a:t>
            </a:fld>
            <a:endParaRPr lang="en-VN"/>
          </a:p>
        </p:txBody>
      </p:sp>
      <p:sp>
        <p:nvSpPr>
          <p:cNvPr id="5" name="Footer Placeholder 4">
            <a:extLst>
              <a:ext uri="{FF2B5EF4-FFF2-40B4-BE49-F238E27FC236}">
                <a16:creationId xmlns:a16="http://schemas.microsoft.com/office/drawing/2014/main" id="{86A9473C-A608-1CA2-644D-71F6939CE983}"/>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DD40C0DF-042E-E131-FE8B-64A328C19CCA}"/>
              </a:ext>
            </a:extLst>
          </p:cNvPr>
          <p:cNvSpPr>
            <a:spLocks noGrp="1"/>
          </p:cNvSpPr>
          <p:nvPr>
            <p:ph type="sldNum" sz="quarter" idx="12"/>
          </p:nvPr>
        </p:nvSpPr>
        <p:spPr/>
        <p:txBody>
          <a:bodyPr/>
          <a:lstStyle/>
          <a:p>
            <a:fld id="{80334917-8EE2-1E4B-B697-CAD21D1503BD}" type="slidenum">
              <a:rPr lang="en-VN" smtClean="0"/>
              <a:t>‹#›</a:t>
            </a:fld>
            <a:endParaRPr lang="en-VN"/>
          </a:p>
        </p:txBody>
      </p:sp>
    </p:spTree>
    <p:extLst>
      <p:ext uri="{BB962C8B-B14F-4D97-AF65-F5344CB8AC3E}">
        <p14:creationId xmlns:p14="http://schemas.microsoft.com/office/powerpoint/2010/main" val="1313652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69278-800E-25E9-FFE2-FCDCAD330ABD}"/>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41640D9F-1E59-3248-84DD-43C5C67CF9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Content Placeholder 3">
            <a:extLst>
              <a:ext uri="{FF2B5EF4-FFF2-40B4-BE49-F238E27FC236}">
                <a16:creationId xmlns:a16="http://schemas.microsoft.com/office/drawing/2014/main" id="{CEEEC4A5-09E1-48C4-4FF9-366C35FEED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Date Placeholder 4">
            <a:extLst>
              <a:ext uri="{FF2B5EF4-FFF2-40B4-BE49-F238E27FC236}">
                <a16:creationId xmlns:a16="http://schemas.microsoft.com/office/drawing/2014/main" id="{004CB7A7-3845-69B8-455C-9935781CCCA9}"/>
              </a:ext>
            </a:extLst>
          </p:cNvPr>
          <p:cNvSpPr>
            <a:spLocks noGrp="1"/>
          </p:cNvSpPr>
          <p:nvPr>
            <p:ph type="dt" sz="half" idx="10"/>
          </p:nvPr>
        </p:nvSpPr>
        <p:spPr/>
        <p:txBody>
          <a:bodyPr/>
          <a:lstStyle/>
          <a:p>
            <a:fld id="{B04E211B-3801-044C-ABC5-3088C83854A9}" type="datetimeFigureOut">
              <a:rPr lang="en-VN" smtClean="0"/>
              <a:t>27/11/25</a:t>
            </a:fld>
            <a:endParaRPr lang="en-VN"/>
          </a:p>
        </p:txBody>
      </p:sp>
      <p:sp>
        <p:nvSpPr>
          <p:cNvPr id="6" name="Footer Placeholder 5">
            <a:extLst>
              <a:ext uri="{FF2B5EF4-FFF2-40B4-BE49-F238E27FC236}">
                <a16:creationId xmlns:a16="http://schemas.microsoft.com/office/drawing/2014/main" id="{9DE35065-4597-7750-9354-2DA0375037E7}"/>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2379AB4C-4A83-1EA8-AF70-81B7068649D4}"/>
              </a:ext>
            </a:extLst>
          </p:cNvPr>
          <p:cNvSpPr>
            <a:spLocks noGrp="1"/>
          </p:cNvSpPr>
          <p:nvPr>
            <p:ph type="sldNum" sz="quarter" idx="12"/>
          </p:nvPr>
        </p:nvSpPr>
        <p:spPr/>
        <p:txBody>
          <a:bodyPr/>
          <a:lstStyle/>
          <a:p>
            <a:fld id="{80334917-8EE2-1E4B-B697-CAD21D1503BD}" type="slidenum">
              <a:rPr lang="en-VN" smtClean="0"/>
              <a:t>‹#›</a:t>
            </a:fld>
            <a:endParaRPr lang="en-VN"/>
          </a:p>
        </p:txBody>
      </p:sp>
    </p:spTree>
    <p:extLst>
      <p:ext uri="{BB962C8B-B14F-4D97-AF65-F5344CB8AC3E}">
        <p14:creationId xmlns:p14="http://schemas.microsoft.com/office/powerpoint/2010/main" val="4015915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354E7-5548-10C0-C162-12F764D77C60}"/>
              </a:ext>
            </a:extLst>
          </p:cNvPr>
          <p:cNvSpPr>
            <a:spLocks noGrp="1"/>
          </p:cNvSpPr>
          <p:nvPr>
            <p:ph type="title"/>
          </p:nvPr>
        </p:nvSpPr>
        <p:spPr>
          <a:xfrm>
            <a:off x="839788" y="365125"/>
            <a:ext cx="10515600" cy="1325563"/>
          </a:xfrm>
        </p:spPr>
        <p:txBody>
          <a:bodyPr/>
          <a:lstStyle/>
          <a:p>
            <a:r>
              <a:rPr lang="en-US"/>
              <a:t>Click to edit Master title style</a:t>
            </a:r>
            <a:endParaRPr lang="en-VN"/>
          </a:p>
        </p:txBody>
      </p:sp>
      <p:sp>
        <p:nvSpPr>
          <p:cNvPr id="3" name="Text Placeholder 2">
            <a:extLst>
              <a:ext uri="{FF2B5EF4-FFF2-40B4-BE49-F238E27FC236}">
                <a16:creationId xmlns:a16="http://schemas.microsoft.com/office/drawing/2014/main" id="{EAA47DA1-F4E0-8BC0-87B2-E123C226EC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CD8B41-9D0F-B273-DE96-551ADBEA43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C8417BC1-53A5-2B26-26DB-2E0ADB690A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D3193D-EED1-0527-8016-E306641584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7" name="Date Placeholder 6">
            <a:extLst>
              <a:ext uri="{FF2B5EF4-FFF2-40B4-BE49-F238E27FC236}">
                <a16:creationId xmlns:a16="http://schemas.microsoft.com/office/drawing/2014/main" id="{41CA878E-3D16-64ED-0439-CF6896165151}"/>
              </a:ext>
            </a:extLst>
          </p:cNvPr>
          <p:cNvSpPr>
            <a:spLocks noGrp="1"/>
          </p:cNvSpPr>
          <p:nvPr>
            <p:ph type="dt" sz="half" idx="10"/>
          </p:nvPr>
        </p:nvSpPr>
        <p:spPr/>
        <p:txBody>
          <a:bodyPr/>
          <a:lstStyle/>
          <a:p>
            <a:fld id="{B04E211B-3801-044C-ABC5-3088C83854A9}" type="datetimeFigureOut">
              <a:rPr lang="en-VN" smtClean="0"/>
              <a:t>27/11/25</a:t>
            </a:fld>
            <a:endParaRPr lang="en-VN"/>
          </a:p>
        </p:txBody>
      </p:sp>
      <p:sp>
        <p:nvSpPr>
          <p:cNvPr id="8" name="Footer Placeholder 7">
            <a:extLst>
              <a:ext uri="{FF2B5EF4-FFF2-40B4-BE49-F238E27FC236}">
                <a16:creationId xmlns:a16="http://schemas.microsoft.com/office/drawing/2014/main" id="{A905A084-9E3A-DF12-0DBA-4DAF8067A14C}"/>
              </a:ext>
            </a:extLst>
          </p:cNvPr>
          <p:cNvSpPr>
            <a:spLocks noGrp="1"/>
          </p:cNvSpPr>
          <p:nvPr>
            <p:ph type="ftr" sz="quarter" idx="11"/>
          </p:nvPr>
        </p:nvSpPr>
        <p:spPr/>
        <p:txBody>
          <a:bodyPr/>
          <a:lstStyle/>
          <a:p>
            <a:endParaRPr lang="en-VN"/>
          </a:p>
        </p:txBody>
      </p:sp>
      <p:sp>
        <p:nvSpPr>
          <p:cNvPr id="9" name="Slide Number Placeholder 8">
            <a:extLst>
              <a:ext uri="{FF2B5EF4-FFF2-40B4-BE49-F238E27FC236}">
                <a16:creationId xmlns:a16="http://schemas.microsoft.com/office/drawing/2014/main" id="{364AA102-58D6-0DAC-47E3-B49E2E93FD66}"/>
              </a:ext>
            </a:extLst>
          </p:cNvPr>
          <p:cNvSpPr>
            <a:spLocks noGrp="1"/>
          </p:cNvSpPr>
          <p:nvPr>
            <p:ph type="sldNum" sz="quarter" idx="12"/>
          </p:nvPr>
        </p:nvSpPr>
        <p:spPr/>
        <p:txBody>
          <a:bodyPr/>
          <a:lstStyle/>
          <a:p>
            <a:fld id="{80334917-8EE2-1E4B-B697-CAD21D1503BD}" type="slidenum">
              <a:rPr lang="en-VN" smtClean="0"/>
              <a:t>‹#›</a:t>
            </a:fld>
            <a:endParaRPr lang="en-VN"/>
          </a:p>
        </p:txBody>
      </p:sp>
    </p:spTree>
    <p:extLst>
      <p:ext uri="{BB962C8B-B14F-4D97-AF65-F5344CB8AC3E}">
        <p14:creationId xmlns:p14="http://schemas.microsoft.com/office/powerpoint/2010/main" val="1910696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CA331-C486-E398-BF55-B79C931EC1DC}"/>
              </a:ext>
            </a:extLst>
          </p:cNvPr>
          <p:cNvSpPr>
            <a:spLocks noGrp="1"/>
          </p:cNvSpPr>
          <p:nvPr>
            <p:ph type="title"/>
          </p:nvPr>
        </p:nvSpPr>
        <p:spPr/>
        <p:txBody>
          <a:bodyPr/>
          <a:lstStyle/>
          <a:p>
            <a:r>
              <a:rPr lang="en-US"/>
              <a:t>Click to edit Master title style</a:t>
            </a:r>
            <a:endParaRPr lang="en-VN"/>
          </a:p>
        </p:txBody>
      </p:sp>
      <p:sp>
        <p:nvSpPr>
          <p:cNvPr id="3" name="Date Placeholder 2">
            <a:extLst>
              <a:ext uri="{FF2B5EF4-FFF2-40B4-BE49-F238E27FC236}">
                <a16:creationId xmlns:a16="http://schemas.microsoft.com/office/drawing/2014/main" id="{139DE809-6413-5B58-A528-CD97DD1E03CB}"/>
              </a:ext>
            </a:extLst>
          </p:cNvPr>
          <p:cNvSpPr>
            <a:spLocks noGrp="1"/>
          </p:cNvSpPr>
          <p:nvPr>
            <p:ph type="dt" sz="half" idx="10"/>
          </p:nvPr>
        </p:nvSpPr>
        <p:spPr/>
        <p:txBody>
          <a:bodyPr/>
          <a:lstStyle/>
          <a:p>
            <a:fld id="{B04E211B-3801-044C-ABC5-3088C83854A9}" type="datetimeFigureOut">
              <a:rPr lang="en-VN" smtClean="0"/>
              <a:t>27/11/25</a:t>
            </a:fld>
            <a:endParaRPr lang="en-VN"/>
          </a:p>
        </p:txBody>
      </p:sp>
      <p:sp>
        <p:nvSpPr>
          <p:cNvPr id="4" name="Footer Placeholder 3">
            <a:extLst>
              <a:ext uri="{FF2B5EF4-FFF2-40B4-BE49-F238E27FC236}">
                <a16:creationId xmlns:a16="http://schemas.microsoft.com/office/drawing/2014/main" id="{E6BC229B-BAE0-DD65-5935-7A7C53D8F022}"/>
              </a:ext>
            </a:extLst>
          </p:cNvPr>
          <p:cNvSpPr>
            <a:spLocks noGrp="1"/>
          </p:cNvSpPr>
          <p:nvPr>
            <p:ph type="ftr" sz="quarter" idx="11"/>
          </p:nvPr>
        </p:nvSpPr>
        <p:spPr/>
        <p:txBody>
          <a:bodyPr/>
          <a:lstStyle/>
          <a:p>
            <a:endParaRPr lang="en-VN"/>
          </a:p>
        </p:txBody>
      </p:sp>
      <p:sp>
        <p:nvSpPr>
          <p:cNvPr id="5" name="Slide Number Placeholder 4">
            <a:extLst>
              <a:ext uri="{FF2B5EF4-FFF2-40B4-BE49-F238E27FC236}">
                <a16:creationId xmlns:a16="http://schemas.microsoft.com/office/drawing/2014/main" id="{6451D5BF-5EF3-7346-D23C-23801C2EB886}"/>
              </a:ext>
            </a:extLst>
          </p:cNvPr>
          <p:cNvSpPr>
            <a:spLocks noGrp="1"/>
          </p:cNvSpPr>
          <p:nvPr>
            <p:ph type="sldNum" sz="quarter" idx="12"/>
          </p:nvPr>
        </p:nvSpPr>
        <p:spPr/>
        <p:txBody>
          <a:bodyPr/>
          <a:lstStyle/>
          <a:p>
            <a:fld id="{80334917-8EE2-1E4B-B697-CAD21D1503BD}" type="slidenum">
              <a:rPr lang="en-VN" smtClean="0"/>
              <a:t>‹#›</a:t>
            </a:fld>
            <a:endParaRPr lang="en-VN"/>
          </a:p>
        </p:txBody>
      </p:sp>
    </p:spTree>
    <p:extLst>
      <p:ext uri="{BB962C8B-B14F-4D97-AF65-F5344CB8AC3E}">
        <p14:creationId xmlns:p14="http://schemas.microsoft.com/office/powerpoint/2010/main" val="2151049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520725-0879-C60C-2E7E-2C2FB914215E}"/>
              </a:ext>
            </a:extLst>
          </p:cNvPr>
          <p:cNvSpPr>
            <a:spLocks noGrp="1"/>
          </p:cNvSpPr>
          <p:nvPr>
            <p:ph type="dt" sz="half" idx="10"/>
          </p:nvPr>
        </p:nvSpPr>
        <p:spPr/>
        <p:txBody>
          <a:bodyPr/>
          <a:lstStyle/>
          <a:p>
            <a:fld id="{B04E211B-3801-044C-ABC5-3088C83854A9}" type="datetimeFigureOut">
              <a:rPr lang="en-VN" smtClean="0"/>
              <a:t>27/11/25</a:t>
            </a:fld>
            <a:endParaRPr lang="en-VN"/>
          </a:p>
        </p:txBody>
      </p:sp>
      <p:sp>
        <p:nvSpPr>
          <p:cNvPr id="3" name="Footer Placeholder 2">
            <a:extLst>
              <a:ext uri="{FF2B5EF4-FFF2-40B4-BE49-F238E27FC236}">
                <a16:creationId xmlns:a16="http://schemas.microsoft.com/office/drawing/2014/main" id="{C956179E-8F96-6940-872D-C82E5003008B}"/>
              </a:ext>
            </a:extLst>
          </p:cNvPr>
          <p:cNvSpPr>
            <a:spLocks noGrp="1"/>
          </p:cNvSpPr>
          <p:nvPr>
            <p:ph type="ftr" sz="quarter" idx="11"/>
          </p:nvPr>
        </p:nvSpPr>
        <p:spPr/>
        <p:txBody>
          <a:bodyPr/>
          <a:lstStyle/>
          <a:p>
            <a:endParaRPr lang="en-VN"/>
          </a:p>
        </p:txBody>
      </p:sp>
      <p:sp>
        <p:nvSpPr>
          <p:cNvPr id="4" name="Slide Number Placeholder 3">
            <a:extLst>
              <a:ext uri="{FF2B5EF4-FFF2-40B4-BE49-F238E27FC236}">
                <a16:creationId xmlns:a16="http://schemas.microsoft.com/office/drawing/2014/main" id="{DA98D6C7-C3EC-7F48-7B2E-B043D687F78C}"/>
              </a:ext>
            </a:extLst>
          </p:cNvPr>
          <p:cNvSpPr>
            <a:spLocks noGrp="1"/>
          </p:cNvSpPr>
          <p:nvPr>
            <p:ph type="sldNum" sz="quarter" idx="12"/>
          </p:nvPr>
        </p:nvSpPr>
        <p:spPr/>
        <p:txBody>
          <a:bodyPr/>
          <a:lstStyle/>
          <a:p>
            <a:fld id="{80334917-8EE2-1E4B-B697-CAD21D1503BD}" type="slidenum">
              <a:rPr lang="en-VN" smtClean="0"/>
              <a:t>‹#›</a:t>
            </a:fld>
            <a:endParaRPr lang="en-VN"/>
          </a:p>
        </p:txBody>
      </p:sp>
    </p:spTree>
    <p:extLst>
      <p:ext uri="{BB962C8B-B14F-4D97-AF65-F5344CB8AC3E}">
        <p14:creationId xmlns:p14="http://schemas.microsoft.com/office/powerpoint/2010/main" val="3412213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2C9EE-74EF-4C62-78E8-BC5211F247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7A92B155-A9DA-12A5-F4F2-944100CFE6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30EA5825-3EA5-91B3-948E-179867A5B2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2BD575-8362-1537-4B0E-E9531452EF5F}"/>
              </a:ext>
            </a:extLst>
          </p:cNvPr>
          <p:cNvSpPr>
            <a:spLocks noGrp="1"/>
          </p:cNvSpPr>
          <p:nvPr>
            <p:ph type="dt" sz="half" idx="10"/>
          </p:nvPr>
        </p:nvSpPr>
        <p:spPr/>
        <p:txBody>
          <a:bodyPr/>
          <a:lstStyle/>
          <a:p>
            <a:fld id="{B04E211B-3801-044C-ABC5-3088C83854A9}" type="datetimeFigureOut">
              <a:rPr lang="en-VN" smtClean="0"/>
              <a:t>27/11/25</a:t>
            </a:fld>
            <a:endParaRPr lang="en-VN"/>
          </a:p>
        </p:txBody>
      </p:sp>
      <p:sp>
        <p:nvSpPr>
          <p:cNvPr id="6" name="Footer Placeholder 5">
            <a:extLst>
              <a:ext uri="{FF2B5EF4-FFF2-40B4-BE49-F238E27FC236}">
                <a16:creationId xmlns:a16="http://schemas.microsoft.com/office/drawing/2014/main" id="{31984A4F-FA95-9950-8E05-DC3B3D3310E3}"/>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E038F0CB-4D1F-DC92-2A81-EA3801E2D5BC}"/>
              </a:ext>
            </a:extLst>
          </p:cNvPr>
          <p:cNvSpPr>
            <a:spLocks noGrp="1"/>
          </p:cNvSpPr>
          <p:nvPr>
            <p:ph type="sldNum" sz="quarter" idx="12"/>
          </p:nvPr>
        </p:nvSpPr>
        <p:spPr/>
        <p:txBody>
          <a:bodyPr/>
          <a:lstStyle/>
          <a:p>
            <a:fld id="{80334917-8EE2-1E4B-B697-CAD21D1503BD}" type="slidenum">
              <a:rPr lang="en-VN" smtClean="0"/>
              <a:t>‹#›</a:t>
            </a:fld>
            <a:endParaRPr lang="en-VN"/>
          </a:p>
        </p:txBody>
      </p:sp>
    </p:spTree>
    <p:extLst>
      <p:ext uri="{BB962C8B-B14F-4D97-AF65-F5344CB8AC3E}">
        <p14:creationId xmlns:p14="http://schemas.microsoft.com/office/powerpoint/2010/main" val="2944990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7E5C6-3A37-07B9-1F13-45C96E08ED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AF3F7EB3-BD84-A2BE-4DFD-02300EC1E0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C37BE131-D847-3FEF-1018-9E8E5ED5EA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FBFEED-23F0-4B19-8EE1-B2FCDBA302F2}"/>
              </a:ext>
            </a:extLst>
          </p:cNvPr>
          <p:cNvSpPr>
            <a:spLocks noGrp="1"/>
          </p:cNvSpPr>
          <p:nvPr>
            <p:ph type="dt" sz="half" idx="10"/>
          </p:nvPr>
        </p:nvSpPr>
        <p:spPr/>
        <p:txBody>
          <a:bodyPr/>
          <a:lstStyle/>
          <a:p>
            <a:fld id="{B04E211B-3801-044C-ABC5-3088C83854A9}" type="datetimeFigureOut">
              <a:rPr lang="en-VN" smtClean="0"/>
              <a:t>27/11/25</a:t>
            </a:fld>
            <a:endParaRPr lang="en-VN"/>
          </a:p>
        </p:txBody>
      </p:sp>
      <p:sp>
        <p:nvSpPr>
          <p:cNvPr id="6" name="Footer Placeholder 5">
            <a:extLst>
              <a:ext uri="{FF2B5EF4-FFF2-40B4-BE49-F238E27FC236}">
                <a16:creationId xmlns:a16="http://schemas.microsoft.com/office/drawing/2014/main" id="{FC88BC10-7F0B-4BB1-D80D-5ED9B52D33D5}"/>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03D3611F-04C6-00C0-0A46-07A109700135}"/>
              </a:ext>
            </a:extLst>
          </p:cNvPr>
          <p:cNvSpPr>
            <a:spLocks noGrp="1"/>
          </p:cNvSpPr>
          <p:nvPr>
            <p:ph type="sldNum" sz="quarter" idx="12"/>
          </p:nvPr>
        </p:nvSpPr>
        <p:spPr/>
        <p:txBody>
          <a:bodyPr/>
          <a:lstStyle/>
          <a:p>
            <a:fld id="{80334917-8EE2-1E4B-B697-CAD21D1503BD}" type="slidenum">
              <a:rPr lang="en-VN" smtClean="0"/>
              <a:t>‹#›</a:t>
            </a:fld>
            <a:endParaRPr lang="en-VN"/>
          </a:p>
        </p:txBody>
      </p:sp>
    </p:spTree>
    <p:extLst>
      <p:ext uri="{BB962C8B-B14F-4D97-AF65-F5344CB8AC3E}">
        <p14:creationId xmlns:p14="http://schemas.microsoft.com/office/powerpoint/2010/main" val="2902674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259A6-1BCF-0B85-3800-DFA59DDFCBA1}"/>
              </a:ext>
            </a:extLst>
          </p:cNvPr>
          <p:cNvSpPr>
            <a:spLocks noGrp="1"/>
          </p:cNvSpPr>
          <p:nvPr>
            <p:ph type="title"/>
          </p:nvPr>
        </p:nvSpPr>
        <p:spPr/>
        <p:txBody>
          <a:bodyPr/>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C360492D-C27F-E846-A7D7-992A620B31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A5F0ABCD-DB37-81BE-C311-AC1303BA6988}"/>
              </a:ext>
            </a:extLst>
          </p:cNvPr>
          <p:cNvSpPr>
            <a:spLocks noGrp="1"/>
          </p:cNvSpPr>
          <p:nvPr>
            <p:ph type="dt" sz="half" idx="10"/>
          </p:nvPr>
        </p:nvSpPr>
        <p:spPr/>
        <p:txBody>
          <a:bodyPr/>
          <a:lstStyle/>
          <a:p>
            <a:fld id="{B04E211B-3801-044C-ABC5-3088C83854A9}" type="datetimeFigureOut">
              <a:rPr lang="en-VN" smtClean="0"/>
              <a:t>27/11/25</a:t>
            </a:fld>
            <a:endParaRPr lang="en-VN"/>
          </a:p>
        </p:txBody>
      </p:sp>
      <p:sp>
        <p:nvSpPr>
          <p:cNvPr id="5" name="Footer Placeholder 4">
            <a:extLst>
              <a:ext uri="{FF2B5EF4-FFF2-40B4-BE49-F238E27FC236}">
                <a16:creationId xmlns:a16="http://schemas.microsoft.com/office/drawing/2014/main" id="{5495CA08-C8B4-C75E-D1FF-306B8A07A94D}"/>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65581797-8DC2-8287-11F7-1EC2993712DD}"/>
              </a:ext>
            </a:extLst>
          </p:cNvPr>
          <p:cNvSpPr>
            <a:spLocks noGrp="1"/>
          </p:cNvSpPr>
          <p:nvPr>
            <p:ph type="sldNum" sz="quarter" idx="12"/>
          </p:nvPr>
        </p:nvSpPr>
        <p:spPr/>
        <p:txBody>
          <a:bodyPr/>
          <a:lstStyle/>
          <a:p>
            <a:fld id="{80334917-8EE2-1E4B-B697-CAD21D1503BD}" type="slidenum">
              <a:rPr lang="en-VN" smtClean="0"/>
              <a:t>‹#›</a:t>
            </a:fld>
            <a:endParaRPr lang="en-VN"/>
          </a:p>
        </p:txBody>
      </p:sp>
    </p:spTree>
    <p:extLst>
      <p:ext uri="{BB962C8B-B14F-4D97-AF65-F5344CB8AC3E}">
        <p14:creationId xmlns:p14="http://schemas.microsoft.com/office/powerpoint/2010/main" val="3646296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6D968A-6448-9422-FDF6-EF7BAD52B44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A29322C7-934E-CA1D-2A0F-9063866240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43745532-2E43-C647-4AA3-F5314FEF38EA}"/>
              </a:ext>
            </a:extLst>
          </p:cNvPr>
          <p:cNvSpPr>
            <a:spLocks noGrp="1"/>
          </p:cNvSpPr>
          <p:nvPr>
            <p:ph type="dt" sz="half" idx="10"/>
          </p:nvPr>
        </p:nvSpPr>
        <p:spPr/>
        <p:txBody>
          <a:bodyPr/>
          <a:lstStyle/>
          <a:p>
            <a:fld id="{B04E211B-3801-044C-ABC5-3088C83854A9}" type="datetimeFigureOut">
              <a:rPr lang="en-VN" smtClean="0"/>
              <a:t>27/11/25</a:t>
            </a:fld>
            <a:endParaRPr lang="en-VN"/>
          </a:p>
        </p:txBody>
      </p:sp>
      <p:sp>
        <p:nvSpPr>
          <p:cNvPr id="5" name="Footer Placeholder 4">
            <a:extLst>
              <a:ext uri="{FF2B5EF4-FFF2-40B4-BE49-F238E27FC236}">
                <a16:creationId xmlns:a16="http://schemas.microsoft.com/office/drawing/2014/main" id="{043BE9FD-3401-CFCF-B50F-9252D1CF17DE}"/>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441770D2-29AE-E43C-B0EB-ABF7B1760D47}"/>
              </a:ext>
            </a:extLst>
          </p:cNvPr>
          <p:cNvSpPr>
            <a:spLocks noGrp="1"/>
          </p:cNvSpPr>
          <p:nvPr>
            <p:ph type="sldNum" sz="quarter" idx="12"/>
          </p:nvPr>
        </p:nvSpPr>
        <p:spPr/>
        <p:txBody>
          <a:bodyPr/>
          <a:lstStyle/>
          <a:p>
            <a:fld id="{80334917-8EE2-1E4B-B697-CAD21D1503BD}" type="slidenum">
              <a:rPr lang="en-VN" smtClean="0"/>
              <a:t>‹#›</a:t>
            </a:fld>
            <a:endParaRPr lang="en-VN"/>
          </a:p>
        </p:txBody>
      </p:sp>
    </p:spTree>
    <p:extLst>
      <p:ext uri="{BB962C8B-B14F-4D97-AF65-F5344CB8AC3E}">
        <p14:creationId xmlns:p14="http://schemas.microsoft.com/office/powerpoint/2010/main" val="1772201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5F6D7F-E289-07C3-475F-3A2F9976EC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VN"/>
          </a:p>
        </p:txBody>
      </p:sp>
      <p:sp>
        <p:nvSpPr>
          <p:cNvPr id="3" name="Text Placeholder 2">
            <a:extLst>
              <a:ext uri="{FF2B5EF4-FFF2-40B4-BE49-F238E27FC236}">
                <a16:creationId xmlns:a16="http://schemas.microsoft.com/office/drawing/2014/main" id="{60FE111E-1777-6560-7232-512DCC536A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0986C549-09DD-CC69-0F84-7AEB405580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4E211B-3801-044C-ABC5-3088C83854A9}" type="datetimeFigureOut">
              <a:rPr lang="en-VN" smtClean="0"/>
              <a:t>27/11/25</a:t>
            </a:fld>
            <a:endParaRPr lang="en-VN"/>
          </a:p>
        </p:txBody>
      </p:sp>
      <p:sp>
        <p:nvSpPr>
          <p:cNvPr id="5" name="Footer Placeholder 4">
            <a:extLst>
              <a:ext uri="{FF2B5EF4-FFF2-40B4-BE49-F238E27FC236}">
                <a16:creationId xmlns:a16="http://schemas.microsoft.com/office/drawing/2014/main" id="{58737A8E-58C4-2AA0-A03E-872CB22F3E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VN"/>
          </a:p>
        </p:txBody>
      </p:sp>
      <p:sp>
        <p:nvSpPr>
          <p:cNvPr id="6" name="Slide Number Placeholder 5">
            <a:extLst>
              <a:ext uri="{FF2B5EF4-FFF2-40B4-BE49-F238E27FC236}">
                <a16:creationId xmlns:a16="http://schemas.microsoft.com/office/drawing/2014/main" id="{42CF6898-F1EF-503B-AC78-14ECCFE3E8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334917-8EE2-1E4B-B697-CAD21D1503BD}" type="slidenum">
              <a:rPr lang="en-VN" smtClean="0"/>
              <a:t>‹#›</a:t>
            </a:fld>
            <a:endParaRPr lang="en-VN"/>
          </a:p>
        </p:txBody>
      </p:sp>
    </p:spTree>
    <p:extLst>
      <p:ext uri="{BB962C8B-B14F-4D97-AF65-F5344CB8AC3E}">
        <p14:creationId xmlns:p14="http://schemas.microsoft.com/office/powerpoint/2010/main" val="31779545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oidicode.com/script-language" TargetMode="External"/><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close-up of words&#10;&#10;AI-generated content may be incorrect.">
            <a:extLst>
              <a:ext uri="{FF2B5EF4-FFF2-40B4-BE49-F238E27FC236}">
                <a16:creationId xmlns:a16="http://schemas.microsoft.com/office/drawing/2014/main" id="{E7B8324C-0326-9D56-9F85-1CE90FEF7038}"/>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47179" y="456651"/>
            <a:ext cx="12097642" cy="6290774"/>
          </a:xfrm>
          <a:prstGeom prst="rect">
            <a:avLst/>
          </a:prstGeom>
        </p:spPr>
      </p:pic>
      <p:sp>
        <p:nvSpPr>
          <p:cNvPr id="12" name="TextBox 11">
            <a:extLst>
              <a:ext uri="{FF2B5EF4-FFF2-40B4-BE49-F238E27FC236}">
                <a16:creationId xmlns:a16="http://schemas.microsoft.com/office/drawing/2014/main" id="{56591072-FDF0-F7C4-025B-F6382F5DE9F2}"/>
              </a:ext>
            </a:extLst>
          </p:cNvPr>
          <p:cNvSpPr txBox="1"/>
          <p:nvPr/>
        </p:nvSpPr>
        <p:spPr>
          <a:xfrm>
            <a:off x="6705600" y="707122"/>
            <a:ext cx="5211097" cy="369332"/>
          </a:xfrm>
          <a:prstGeom prst="rect">
            <a:avLst/>
          </a:prstGeom>
          <a:noFill/>
        </p:spPr>
        <p:txBody>
          <a:bodyPr wrap="square" rtlCol="0">
            <a:spAutoFit/>
          </a:bodyPr>
          <a:lstStyle/>
          <a:p>
            <a:r>
              <a:rPr lang="en-VN" b="1" dirty="0"/>
              <a:t>TỔNG KẾT KHẢO SÁT CÔNG CỤ LẬP TRÌNH 2025</a:t>
            </a:r>
          </a:p>
        </p:txBody>
      </p:sp>
      <p:pic>
        <p:nvPicPr>
          <p:cNvPr id="13" name="Picture 12">
            <a:extLst>
              <a:ext uri="{FF2B5EF4-FFF2-40B4-BE49-F238E27FC236}">
                <a16:creationId xmlns:a16="http://schemas.microsoft.com/office/drawing/2014/main" id="{B10A12E3-A8FA-FC33-19C0-8AE4C45D1CF2}"/>
              </a:ext>
            </a:extLst>
          </p:cNvPr>
          <p:cNvPicPr>
            <a:picLocks noChangeAspect="1"/>
          </p:cNvPicPr>
          <p:nvPr/>
        </p:nvPicPr>
        <p:blipFill>
          <a:blip r:embed="rId4"/>
          <a:stretch>
            <a:fillRect/>
          </a:stretch>
        </p:blipFill>
        <p:spPr>
          <a:xfrm>
            <a:off x="0" y="-1719"/>
            <a:ext cx="1787013" cy="1787013"/>
          </a:xfrm>
          <a:prstGeom prst="rect">
            <a:avLst/>
          </a:prstGeom>
        </p:spPr>
      </p:pic>
      <p:sp>
        <p:nvSpPr>
          <p:cNvPr id="14" name="Title 13">
            <a:extLst>
              <a:ext uri="{FF2B5EF4-FFF2-40B4-BE49-F238E27FC236}">
                <a16:creationId xmlns:a16="http://schemas.microsoft.com/office/drawing/2014/main" id="{33B0FF6E-18B5-337A-C322-3BE4ECD343D0}"/>
              </a:ext>
            </a:extLst>
          </p:cNvPr>
          <p:cNvSpPr>
            <a:spLocks noGrp="1"/>
          </p:cNvSpPr>
          <p:nvPr>
            <p:ph type="title"/>
          </p:nvPr>
        </p:nvSpPr>
        <p:spPr/>
        <p:txBody>
          <a:bodyPr/>
          <a:lstStyle/>
          <a:p>
            <a:endParaRPr lang="en-VN"/>
          </a:p>
        </p:txBody>
      </p:sp>
    </p:spTree>
    <p:extLst>
      <p:ext uri="{BB962C8B-B14F-4D97-AF65-F5344CB8AC3E}">
        <p14:creationId xmlns:p14="http://schemas.microsoft.com/office/powerpoint/2010/main" val="35615459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F44FC-0ECC-D9D8-4215-EAC9B93AF784}"/>
              </a:ext>
            </a:extLst>
          </p:cNvPr>
          <p:cNvSpPr>
            <a:spLocks noGrp="1"/>
          </p:cNvSpPr>
          <p:nvPr>
            <p:ph type="title"/>
          </p:nvPr>
        </p:nvSpPr>
        <p:spPr/>
        <p:txBody>
          <a:bodyPr/>
          <a:lstStyle/>
          <a:p>
            <a:r>
              <a:rPr lang="en-VN" dirty="0"/>
              <a:t>MỤC TIÊU KHẢO SÁT</a:t>
            </a:r>
          </a:p>
        </p:txBody>
      </p:sp>
      <p:sp>
        <p:nvSpPr>
          <p:cNvPr id="6" name="Content Placeholder 5">
            <a:extLst>
              <a:ext uri="{FF2B5EF4-FFF2-40B4-BE49-F238E27FC236}">
                <a16:creationId xmlns:a16="http://schemas.microsoft.com/office/drawing/2014/main" id="{489E6DC6-20A2-9926-86D4-5A14DB4BB4E5}"/>
              </a:ext>
            </a:extLst>
          </p:cNvPr>
          <p:cNvSpPr>
            <a:spLocks noGrp="1"/>
          </p:cNvSpPr>
          <p:nvPr>
            <p:ph idx="1"/>
          </p:nvPr>
        </p:nvSpPr>
        <p:spPr/>
        <p:txBody>
          <a:bodyPr/>
          <a:lstStyle/>
          <a:p>
            <a:r>
              <a:rPr lang="vi-VN" dirty="0"/>
              <a:t>Khảo sát này mục đích đánh giá mức độ phổ biến và mức độ sử dụng các công cụ CNTT trong thực tế, đặc biệt là trong các lĩnh vực như lập trình, quản lý dự án, phân tích dữ liệu và quản lý hệ thống. Từ đó, khảo sát sẽ cung cấp cái nhìn tổng quan về xu hướng và các công cụ được sử dụng nhiều nhất trong các ngành công nghiệp.</a:t>
            </a:r>
            <a:endParaRPr lang="en-VN" dirty="0"/>
          </a:p>
          <a:p>
            <a:endParaRPr lang="en-VN" dirty="0"/>
          </a:p>
        </p:txBody>
      </p:sp>
    </p:spTree>
    <p:extLst>
      <p:ext uri="{BB962C8B-B14F-4D97-AF65-F5344CB8AC3E}">
        <p14:creationId xmlns:p14="http://schemas.microsoft.com/office/powerpoint/2010/main" val="219492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6FF81-356A-0EF5-B946-3D1F2C1BEA41}"/>
              </a:ext>
            </a:extLst>
          </p:cNvPr>
          <p:cNvSpPr>
            <a:spLocks noGrp="1"/>
          </p:cNvSpPr>
          <p:nvPr>
            <p:ph type="title"/>
          </p:nvPr>
        </p:nvSpPr>
        <p:spPr/>
        <p:txBody>
          <a:bodyPr/>
          <a:lstStyle/>
          <a:p>
            <a:r>
              <a:rPr lang="en-VN" dirty="0"/>
              <a:t>PHƯƠNG PHÁP THỰC HIỆN</a:t>
            </a:r>
          </a:p>
        </p:txBody>
      </p:sp>
      <p:graphicFrame>
        <p:nvGraphicFramePr>
          <p:cNvPr id="4" name="Content Placeholder 3">
            <a:extLst>
              <a:ext uri="{FF2B5EF4-FFF2-40B4-BE49-F238E27FC236}">
                <a16:creationId xmlns:a16="http://schemas.microsoft.com/office/drawing/2014/main" id="{F3BB1B80-984A-9B8F-8699-41F4B9F9C9F2}"/>
              </a:ext>
            </a:extLst>
          </p:cNvPr>
          <p:cNvGraphicFramePr>
            <a:graphicFrameLocks noGrp="1"/>
          </p:cNvGraphicFramePr>
          <p:nvPr>
            <p:ph idx="1"/>
            <p:extLst>
              <p:ext uri="{D42A27DB-BD31-4B8C-83A1-F6EECF244321}">
                <p14:modId xmlns:p14="http://schemas.microsoft.com/office/powerpoint/2010/main" val="2453177574"/>
              </p:ext>
            </p:extLst>
          </p:nvPr>
        </p:nvGraphicFramePr>
        <p:xfrm>
          <a:off x="2773413" y="2423510"/>
          <a:ext cx="7108005" cy="3317205"/>
        </p:xfrm>
        <a:graphic>
          <a:graphicData uri="http://schemas.openxmlformats.org/drawingml/2006/table">
            <a:tbl>
              <a:tblPr firstRow="1" firstCol="1" bandRow="1">
                <a:tableStyleId>{5C22544A-7EE6-4342-B048-85BDC9FD1C3A}</a:tableStyleId>
              </a:tblPr>
              <a:tblGrid>
                <a:gridCol w="2368828">
                  <a:extLst>
                    <a:ext uri="{9D8B030D-6E8A-4147-A177-3AD203B41FA5}">
                      <a16:colId xmlns:a16="http://schemas.microsoft.com/office/drawing/2014/main" val="786479108"/>
                    </a:ext>
                  </a:extLst>
                </a:gridCol>
                <a:gridCol w="2261638">
                  <a:extLst>
                    <a:ext uri="{9D8B030D-6E8A-4147-A177-3AD203B41FA5}">
                      <a16:colId xmlns:a16="http://schemas.microsoft.com/office/drawing/2014/main" val="2925399814"/>
                    </a:ext>
                  </a:extLst>
                </a:gridCol>
                <a:gridCol w="2477539">
                  <a:extLst>
                    <a:ext uri="{9D8B030D-6E8A-4147-A177-3AD203B41FA5}">
                      <a16:colId xmlns:a16="http://schemas.microsoft.com/office/drawing/2014/main" val="2788510911"/>
                    </a:ext>
                  </a:extLst>
                </a:gridCol>
              </a:tblGrid>
              <a:tr h="454411">
                <a:tc>
                  <a:txBody>
                    <a:bodyPr/>
                    <a:lstStyle/>
                    <a:p>
                      <a:pPr algn="ctr">
                        <a:lnSpc>
                          <a:spcPct val="115000"/>
                        </a:lnSpc>
                        <a:spcAft>
                          <a:spcPts val="800"/>
                        </a:spcAft>
                        <a:buNone/>
                      </a:pPr>
                      <a:r>
                        <a:rPr lang="vi-VN" sz="1300" kern="100">
                          <a:effectLst/>
                        </a:rPr>
                        <a:t>Công cụ CNTT</a:t>
                      </a:r>
                      <a:endParaRPr lang="en-V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vi-VN" sz="1300" kern="100">
                          <a:effectLst/>
                        </a:rPr>
                        <a:t>Tỷ lệ sử dụng (%)</a:t>
                      </a:r>
                      <a:endParaRPr lang="en-V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vi-VN" sz="1300" kern="100">
                          <a:effectLst/>
                        </a:rPr>
                        <a:t>Mức độ thành thạo (1-5)</a:t>
                      </a:r>
                      <a:endParaRPr lang="en-V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55786607"/>
                  </a:ext>
                </a:extLst>
              </a:tr>
              <a:tr h="454411">
                <a:tc>
                  <a:txBody>
                    <a:bodyPr/>
                    <a:lstStyle/>
                    <a:p>
                      <a:pPr>
                        <a:lnSpc>
                          <a:spcPct val="115000"/>
                        </a:lnSpc>
                        <a:spcAft>
                          <a:spcPts val="800"/>
                        </a:spcAft>
                        <a:buNone/>
                      </a:pPr>
                      <a:r>
                        <a:rPr lang="vi-VN" sz="1300" kern="100">
                          <a:effectLst/>
                        </a:rPr>
                        <a:t>Microsoft Office</a:t>
                      </a:r>
                      <a:endParaRPr lang="en-V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vi-VN" sz="1300" kern="100">
                          <a:effectLst/>
                        </a:rPr>
                        <a:t>70%</a:t>
                      </a:r>
                      <a:endParaRPr lang="en-V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vi-VN" sz="1300" kern="100">
                          <a:effectLst/>
                        </a:rPr>
                        <a:t>5</a:t>
                      </a:r>
                      <a:endParaRPr lang="en-V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728416"/>
                  </a:ext>
                </a:extLst>
              </a:tr>
              <a:tr h="590739">
                <a:tc>
                  <a:txBody>
                    <a:bodyPr/>
                    <a:lstStyle/>
                    <a:p>
                      <a:pPr>
                        <a:lnSpc>
                          <a:spcPct val="115000"/>
                        </a:lnSpc>
                        <a:spcAft>
                          <a:spcPts val="800"/>
                        </a:spcAft>
                        <a:buNone/>
                      </a:pPr>
                      <a:r>
                        <a:rPr lang="vi-VN" sz="1300" kern="100">
                          <a:effectLst/>
                        </a:rPr>
                        <a:t>Visual Studio Code</a:t>
                      </a:r>
                      <a:endParaRPr lang="en-V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vi-VN" sz="1300" kern="100">
                          <a:effectLst/>
                        </a:rPr>
                        <a:t>60%</a:t>
                      </a:r>
                      <a:endParaRPr lang="en-V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vi-VN" sz="1300" kern="100">
                          <a:effectLst/>
                        </a:rPr>
                        <a:t>4</a:t>
                      </a:r>
                      <a:endParaRPr lang="en-V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51764882"/>
                  </a:ext>
                </a:extLst>
              </a:tr>
              <a:tr h="454411">
                <a:tc>
                  <a:txBody>
                    <a:bodyPr/>
                    <a:lstStyle/>
                    <a:p>
                      <a:pPr>
                        <a:lnSpc>
                          <a:spcPct val="115000"/>
                        </a:lnSpc>
                        <a:spcAft>
                          <a:spcPts val="800"/>
                        </a:spcAft>
                        <a:buNone/>
                      </a:pPr>
                      <a:r>
                        <a:rPr lang="vi-VN" sz="1300" kern="100">
                          <a:effectLst/>
                        </a:rPr>
                        <a:t>Slack</a:t>
                      </a:r>
                      <a:endParaRPr lang="en-V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vi-VN" sz="1300" kern="100">
                          <a:effectLst/>
                        </a:rPr>
                        <a:t>50%</a:t>
                      </a:r>
                      <a:endParaRPr lang="en-V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vi-VN" sz="1300" kern="100">
                          <a:effectLst/>
                        </a:rPr>
                        <a:t>4</a:t>
                      </a:r>
                      <a:endParaRPr lang="en-V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87549117"/>
                  </a:ext>
                </a:extLst>
              </a:tr>
              <a:tr h="454411">
                <a:tc>
                  <a:txBody>
                    <a:bodyPr/>
                    <a:lstStyle/>
                    <a:p>
                      <a:pPr>
                        <a:lnSpc>
                          <a:spcPct val="115000"/>
                        </a:lnSpc>
                        <a:spcAft>
                          <a:spcPts val="800"/>
                        </a:spcAft>
                        <a:buNone/>
                      </a:pPr>
                      <a:r>
                        <a:rPr lang="vi-VN" sz="1300" kern="100">
                          <a:effectLst/>
                        </a:rPr>
                        <a:t>Jira</a:t>
                      </a:r>
                      <a:endParaRPr lang="en-V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vi-VN" sz="1300" kern="100">
                          <a:effectLst/>
                        </a:rPr>
                        <a:t>40%</a:t>
                      </a:r>
                      <a:endParaRPr lang="en-V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vi-VN" sz="1300" kern="100">
                          <a:effectLst/>
                        </a:rPr>
                        <a:t>3</a:t>
                      </a:r>
                      <a:endParaRPr lang="en-V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61785805"/>
                  </a:ext>
                </a:extLst>
              </a:tr>
              <a:tr h="454411">
                <a:tc>
                  <a:txBody>
                    <a:bodyPr/>
                    <a:lstStyle/>
                    <a:p>
                      <a:pPr>
                        <a:lnSpc>
                          <a:spcPct val="115000"/>
                        </a:lnSpc>
                        <a:spcAft>
                          <a:spcPts val="800"/>
                        </a:spcAft>
                        <a:buNone/>
                      </a:pPr>
                      <a:r>
                        <a:rPr lang="vi-VN" sz="1300" kern="100">
                          <a:effectLst/>
                        </a:rPr>
                        <a:t>Power BI</a:t>
                      </a:r>
                      <a:endParaRPr lang="en-V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vi-VN" sz="1300" kern="100">
                          <a:effectLst/>
                        </a:rPr>
                        <a:t>35%</a:t>
                      </a:r>
                      <a:endParaRPr lang="en-V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vi-VN" sz="1300" kern="100">
                          <a:effectLst/>
                        </a:rPr>
                        <a:t>4</a:t>
                      </a:r>
                      <a:endParaRPr lang="en-V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17795173"/>
                  </a:ext>
                </a:extLst>
              </a:tr>
              <a:tr h="454411">
                <a:tc>
                  <a:txBody>
                    <a:bodyPr/>
                    <a:lstStyle/>
                    <a:p>
                      <a:pPr>
                        <a:lnSpc>
                          <a:spcPct val="115000"/>
                        </a:lnSpc>
                        <a:spcAft>
                          <a:spcPts val="800"/>
                        </a:spcAft>
                        <a:buNone/>
                      </a:pPr>
                      <a:r>
                        <a:rPr lang="vi-VN" sz="1300" kern="100">
                          <a:effectLst/>
                        </a:rPr>
                        <a:t>Docker</a:t>
                      </a:r>
                      <a:endParaRPr lang="en-V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vi-VN" sz="1300" kern="100">
                          <a:effectLst/>
                        </a:rPr>
                        <a:t>30%</a:t>
                      </a:r>
                      <a:endParaRPr lang="en-VN"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vi-VN" sz="1300" kern="100" dirty="0">
                          <a:effectLst/>
                        </a:rPr>
                        <a:t>3</a:t>
                      </a:r>
                      <a:endParaRPr lang="en-VN"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50245056"/>
                  </a:ext>
                </a:extLst>
              </a:tr>
            </a:tbl>
          </a:graphicData>
        </a:graphic>
      </p:graphicFrame>
    </p:spTree>
    <p:extLst>
      <p:ext uri="{BB962C8B-B14F-4D97-AF65-F5344CB8AC3E}">
        <p14:creationId xmlns:p14="http://schemas.microsoft.com/office/powerpoint/2010/main" val="1636202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685F5-7A41-60B3-F95C-EF11185FEF70}"/>
              </a:ext>
            </a:extLst>
          </p:cNvPr>
          <p:cNvSpPr>
            <a:spLocks noGrp="1"/>
          </p:cNvSpPr>
          <p:nvPr>
            <p:ph type="title"/>
          </p:nvPr>
        </p:nvSpPr>
        <p:spPr/>
        <p:txBody>
          <a:bodyPr/>
          <a:lstStyle/>
          <a:p>
            <a:r>
              <a:rPr lang="en-VN" dirty="0"/>
              <a:t>KẾT LUẬN</a:t>
            </a:r>
          </a:p>
        </p:txBody>
      </p:sp>
      <p:sp>
        <p:nvSpPr>
          <p:cNvPr id="3" name="Content Placeholder 2">
            <a:extLst>
              <a:ext uri="{FF2B5EF4-FFF2-40B4-BE49-F238E27FC236}">
                <a16:creationId xmlns:a16="http://schemas.microsoft.com/office/drawing/2014/main" id="{BA42A439-D2D1-62EA-7899-42A2F11216F0}"/>
              </a:ext>
            </a:extLst>
          </p:cNvPr>
          <p:cNvSpPr>
            <a:spLocks noGrp="1"/>
          </p:cNvSpPr>
          <p:nvPr>
            <p:ph idx="1"/>
          </p:nvPr>
        </p:nvSpPr>
        <p:spPr/>
        <p:txBody>
          <a:bodyPr/>
          <a:lstStyle/>
          <a:p>
            <a:endParaRPr lang="en-VN"/>
          </a:p>
        </p:txBody>
      </p:sp>
    </p:spTree>
    <p:extLst>
      <p:ext uri="{BB962C8B-B14F-4D97-AF65-F5344CB8AC3E}">
        <p14:creationId xmlns:p14="http://schemas.microsoft.com/office/powerpoint/2010/main" val="41702493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142</Words>
  <Application>Microsoft Macintosh PowerPoint</Application>
  <PresentationFormat>Widescreen</PresentationFormat>
  <Paragraphs>26</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PowerPoint Presentation</vt:lpstr>
      <vt:lpstr>MỤC TIÊU KHẢO SÁT</vt:lpstr>
      <vt:lpstr>PHƯƠNG PHÁP THỰC HIỆN</vt:lpstr>
      <vt:lpstr>KẾT LUẬN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Lê Khánh Linh</dc:creator>
  <cp:lastModifiedBy>Lê Khánh Linh</cp:lastModifiedBy>
  <cp:revision>1</cp:revision>
  <dcterms:created xsi:type="dcterms:W3CDTF">2025-11-27T02:28:33Z</dcterms:created>
  <dcterms:modified xsi:type="dcterms:W3CDTF">2025-11-27T02:36:50Z</dcterms:modified>
</cp:coreProperties>
</file>